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198949-52F0-467C-A3E9-D44C924E9CCF}" v="11" dt="2026-01-06T09:29:19.3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1" d="100"/>
          <a:sy n="81" d="100"/>
        </p:scale>
        <p:origin x="471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CA847-1D04-E172-0694-B25AD9EEE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9A11500-68FF-B128-913F-BDAD1874C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C63A12-2CC4-75FB-4689-32CB4F603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BA07-885A-48A4-975F-782F7B823E6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8E6A73-F1A9-CFBE-5B8F-25DE01725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02CA72-7D4D-9AD1-B8A1-198752B4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8CF8-6AB8-4FF4-96D6-8BB42F05B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07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AC482D-451D-C2FC-AA97-4D256686E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E65282-2FED-1CF5-8C8F-9E092545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1A12D6-6D41-646A-3CC1-D1F6CACE2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BA07-885A-48A4-975F-782F7B823E6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F7FBA7-9705-5539-A9A5-3FD333D5C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045E8D-1B5F-CE28-02F5-AE74820D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8CF8-6AB8-4FF4-96D6-8BB42F05B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3142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917082-3988-93E8-85F9-5A25655C5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520D2A-1CE6-C373-9091-13EFC65E8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AC81EE-0E8F-EFE6-1D71-F9F37DDF0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BA07-885A-48A4-975F-782F7B823E6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CB3A93-2E83-5526-1630-888770C5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FF251F-B6CF-026D-4B21-99231415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8CF8-6AB8-4FF4-96D6-8BB42F05B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6444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142486-8EEA-B5C3-E997-E22EF65E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B14127-335A-E0C6-4D22-D4E223CC2E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E055BE5-8E7E-00BE-53C4-481B5334E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C2B24F-6B9E-643E-D0F0-1961F405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BA07-885A-48A4-975F-782F7B823E6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960889-7B1D-0068-8BCF-8866DABE0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50D271A-1122-B1C6-9590-A319F9ED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8CF8-6AB8-4FF4-96D6-8BB42F05B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9153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80EB8D-4C5C-CAD5-4DA3-018E725F6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63ADC8-7133-DF3E-220F-F8D64B0BF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4A7BC0-E3EE-AF84-F32F-B0A3BAA96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4C5F39E-D6E8-E511-635B-A8F1D58FE7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DFB6409-2F8D-655D-DF95-22DE10E43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F145E60-C8D8-FFDA-AFC9-A8D7EBC9C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BA07-885A-48A4-975F-782F7B823E6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B18908E-9C9F-B093-32C8-F645453AF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468A5C1-FA2D-4231-3C97-3E752C4A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8CF8-6AB8-4FF4-96D6-8BB42F05B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4782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1B1FCA-82C6-404D-E9FD-08A76911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74A48-754D-B6CA-D21B-FDCC1E2D8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BA07-885A-48A4-975F-782F7B823E6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102D384-F002-C341-48E4-636A0B893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DEF641D-833C-C6FB-4E9C-A4C78D41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8CF8-6AB8-4FF4-96D6-8BB42F05B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494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0184D25-215E-9E2A-FD1E-BCEC2A13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BA07-885A-48A4-975F-782F7B823E6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423FF94-DA75-B67B-BA9A-5F178809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7B272F-D60E-6BC3-37E9-49CAE579A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8CF8-6AB8-4FF4-96D6-8BB42F05B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721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BABD26-027D-9A01-AA22-7DCF930BC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DB1412-F4EF-DE85-7A5F-A6BC2D099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65AF94-E516-BC81-59E9-042D4CDE3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88804DC-E209-F4A1-C18B-9343D9783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BA07-885A-48A4-975F-782F7B823E6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9C52DE-4AE2-A0F4-9851-92A255A25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B559B0-56F2-08A1-2A7F-DE72D1C9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8CF8-6AB8-4FF4-96D6-8BB42F05B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10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F8ACD6-2099-532B-D360-B114CBFC5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67CA240-9FC2-89B4-F6C8-FC41C83F27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910DBE-BEFF-6179-56BE-7BF647B23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B787E9-29FB-A20C-EB8D-79CA7F3B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BA07-885A-48A4-975F-782F7B823E6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CECC6A2-8A9E-1B0C-7A43-64A5793A7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426BD9-4F59-4F9E-DF43-A51127D6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8CF8-6AB8-4FF4-96D6-8BB42F05B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46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A0992-5480-E5FF-9A91-96ADC8CB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50BF817-5E7C-92B1-B8DE-66468FB3A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4FA524-F09E-1365-C2C3-475E63198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BA07-885A-48A4-975F-782F7B823E6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A08C45-0630-7038-5008-9C37A02F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1B2D17-67F1-4BC4-D182-1E601CB4A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8CF8-6AB8-4FF4-96D6-8BB42F05B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110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411CD2E-0FFC-FE9F-708B-DC4C98D80E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A6E741-DFE4-12AB-1E78-17461D504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75C1C4-001C-0948-B38D-16A5A2E00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8BA07-885A-48A4-975F-782F7B823E6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D25B31-0FB2-E93C-FE47-5FA92064A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35B7F5-26C9-CBB6-88A9-57E669F05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88CF8-6AB8-4FF4-96D6-8BB42F05B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575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3ABF8B9-DCDA-0749-4BFE-CCD6F9DDD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AAB49D-7847-D8EE-5F6A-A2963901E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9B5791-700F-8B3E-39C5-C63322922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98BA07-885A-48A4-975F-782F7B823E6A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DEAD60-50CA-3D22-E869-B199A1340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9BEF7A-D6A7-288C-EFF2-93FB7AC51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088CF8-6AB8-4FF4-96D6-8BB42F05B0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98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Image 5" descr="Une image contenant texte, Appareils électroniques, gadget, Appareil électronique&#10;&#10;Le contenu généré par l’IA peut être incorrect.">
            <a:extLst>
              <a:ext uri="{FF2B5EF4-FFF2-40B4-BE49-F238E27FC236}">
                <a16:creationId xmlns:a16="http://schemas.microsoft.com/office/drawing/2014/main" id="{0940BC31-22EA-82FA-1706-32F08E54A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960" y="0"/>
            <a:ext cx="8849031" cy="5552768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723729C1-80A4-5773-C7F5-FB6DDB58D8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5838" y="228600"/>
            <a:ext cx="10220325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0644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4748248-7129-1D44-7CF9-0E2716811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13" y="1248812"/>
            <a:ext cx="4557044" cy="1950915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FEF0CD9E-38CA-50F6-F891-04999853050E}"/>
              </a:ext>
            </a:extLst>
          </p:cNvPr>
          <p:cNvCxnSpPr>
            <a:cxnSpLocks/>
          </p:cNvCxnSpPr>
          <p:nvPr/>
        </p:nvCxnSpPr>
        <p:spPr>
          <a:xfrm>
            <a:off x="5727940" y="2158806"/>
            <a:ext cx="2829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:a16="http://schemas.microsoft.com/office/drawing/2014/main" id="{EAF6A2CE-4B4C-BFB0-5242-D1B484D04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049" y="599536"/>
            <a:ext cx="1828971" cy="282946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D7D3E8E-B5DE-77A8-EF99-9883EB475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63" y="3658274"/>
            <a:ext cx="3991201" cy="260019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F7630A3-FBFF-7952-D6F2-DB11EA7D4C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245" y="3533936"/>
            <a:ext cx="3479376" cy="2724528"/>
          </a:xfrm>
          <a:prstGeom prst="rect">
            <a:avLst/>
          </a:prstGeom>
        </p:spPr>
      </p:pic>
      <p:sp>
        <p:nvSpPr>
          <p:cNvPr id="16" name="Titre 1">
            <a:extLst>
              <a:ext uri="{FF2B5EF4-FFF2-40B4-BE49-F238E27FC236}">
                <a16:creationId xmlns:a16="http://schemas.microsoft.com/office/drawing/2014/main" id="{DCC9D0E0-81B9-7809-442D-9A62CBC64BC5}"/>
              </a:ext>
            </a:extLst>
          </p:cNvPr>
          <p:cNvSpPr txBox="1">
            <a:spLocks/>
          </p:cNvSpPr>
          <p:nvPr/>
        </p:nvSpPr>
        <p:spPr>
          <a:xfrm>
            <a:off x="8296245" y="583802"/>
            <a:ext cx="4889740" cy="399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000" dirty="0"/>
              <a:t>M5Core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8892C4B7-65EF-6210-D198-7609434863B9}"/>
              </a:ext>
            </a:extLst>
          </p:cNvPr>
          <p:cNvSpPr txBox="1">
            <a:spLocks/>
          </p:cNvSpPr>
          <p:nvPr/>
        </p:nvSpPr>
        <p:spPr>
          <a:xfrm>
            <a:off x="1807632" y="583802"/>
            <a:ext cx="4889740" cy="399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000" dirty="0" err="1"/>
              <a:t>Heltec</a:t>
            </a:r>
            <a:r>
              <a:rPr lang="fr-FR" sz="3000" dirty="0"/>
              <a:t> V3</a:t>
            </a:r>
          </a:p>
        </p:txBody>
      </p:sp>
    </p:spTree>
    <p:extLst>
      <p:ext uri="{BB962C8B-B14F-4D97-AF65-F5344CB8AC3E}">
        <p14:creationId xmlns:p14="http://schemas.microsoft.com/office/powerpoint/2010/main" val="249846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39983-E55F-8868-1D1F-17239B972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687" y="672368"/>
            <a:ext cx="4889740" cy="399750"/>
          </a:xfrm>
        </p:spPr>
        <p:txBody>
          <a:bodyPr>
            <a:noAutofit/>
          </a:bodyPr>
          <a:lstStyle/>
          <a:p>
            <a:r>
              <a:rPr lang="fr-FR" sz="3000" dirty="0"/>
              <a:t>MKR IoT Carrier Rev2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DB6C252-B8F7-757A-B52B-5FF815591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826" y="461513"/>
            <a:ext cx="1828971" cy="2829464"/>
          </a:xfrm>
          <a:prstGeom prst="rect">
            <a:avLst/>
          </a:prstGeom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34D3206B-28FE-7D45-D39D-008A7586CD2F}"/>
              </a:ext>
            </a:extLst>
          </p:cNvPr>
          <p:cNvCxnSpPr>
            <a:cxnSpLocks/>
          </p:cNvCxnSpPr>
          <p:nvPr/>
        </p:nvCxnSpPr>
        <p:spPr>
          <a:xfrm>
            <a:off x="5549661" y="2170307"/>
            <a:ext cx="2829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D4609FD2-C8B7-35C9-D0B5-B7566071F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9166"/>
            <a:ext cx="3968151" cy="199927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B04522D-E790-B29B-8F24-26484E6F8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238" y="3384520"/>
            <a:ext cx="3218732" cy="280111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9D31498-F13A-F75D-7A8C-2741159928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7736" y="3501832"/>
            <a:ext cx="3377061" cy="2740654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8DFAD323-88EE-A2F5-534D-55986F2E92B9}"/>
              </a:ext>
            </a:extLst>
          </p:cNvPr>
          <p:cNvSpPr txBox="1">
            <a:spLocks/>
          </p:cNvSpPr>
          <p:nvPr/>
        </p:nvSpPr>
        <p:spPr>
          <a:xfrm>
            <a:off x="8557404" y="672368"/>
            <a:ext cx="4889740" cy="399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000" dirty="0"/>
              <a:t>M5Core</a:t>
            </a:r>
          </a:p>
        </p:txBody>
      </p:sp>
    </p:spTree>
    <p:extLst>
      <p:ext uri="{BB962C8B-B14F-4D97-AF65-F5344CB8AC3E}">
        <p14:creationId xmlns:p14="http://schemas.microsoft.com/office/powerpoint/2010/main" val="3624469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48570-0C26-C2B8-A38D-044B6D867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ADA0E-42EE-78DE-E03A-4ED88442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73" y="724126"/>
            <a:ext cx="4889740" cy="399750"/>
          </a:xfrm>
        </p:spPr>
        <p:txBody>
          <a:bodyPr>
            <a:noAutofit/>
          </a:bodyPr>
          <a:lstStyle/>
          <a:p>
            <a:r>
              <a:rPr lang="fr-FR" sz="3000" dirty="0"/>
              <a:t>MKR IoT Carrier Rev2</a:t>
            </a: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B74D43DC-E3F2-9ABA-A28B-29D05CCB90CD}"/>
              </a:ext>
            </a:extLst>
          </p:cNvPr>
          <p:cNvCxnSpPr>
            <a:cxnSpLocks/>
          </p:cNvCxnSpPr>
          <p:nvPr/>
        </p:nvCxnSpPr>
        <p:spPr>
          <a:xfrm>
            <a:off x="4600755" y="2496000"/>
            <a:ext cx="28294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 6">
            <a:extLst>
              <a:ext uri="{FF2B5EF4-FFF2-40B4-BE49-F238E27FC236}">
                <a16:creationId xmlns:a16="http://schemas.microsoft.com/office/drawing/2014/main" id="{EE55EFD4-D2FF-DAEF-C817-4EABBD79A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39" y="1216676"/>
            <a:ext cx="3968151" cy="199927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3B4BD10F-8117-03B2-C867-43BDEE6A6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956" y="1478085"/>
            <a:ext cx="4557044" cy="1950915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C4C7C6BF-7F23-A63F-1F05-2FEDE81A604F}"/>
              </a:ext>
            </a:extLst>
          </p:cNvPr>
          <p:cNvSpPr txBox="1">
            <a:spLocks/>
          </p:cNvSpPr>
          <p:nvPr/>
        </p:nvSpPr>
        <p:spPr>
          <a:xfrm>
            <a:off x="8869791" y="724126"/>
            <a:ext cx="4889740" cy="399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000" dirty="0" err="1"/>
              <a:t>Heltec</a:t>
            </a:r>
            <a:r>
              <a:rPr lang="fr-FR" sz="3000" dirty="0"/>
              <a:t> V3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93199D7-3046-2C0E-372D-C002AF09D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853" y="3702520"/>
            <a:ext cx="3143250" cy="26289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84EDEC1-CA65-7933-36B0-25C781F90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589" y="3642046"/>
            <a:ext cx="314325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7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D80965-62D2-09F4-EA17-122CB56D4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10" y="-158211"/>
            <a:ext cx="10515600" cy="1325563"/>
          </a:xfrm>
        </p:spPr>
        <p:txBody>
          <a:bodyPr/>
          <a:lstStyle/>
          <a:p>
            <a:r>
              <a:rPr lang="fr-FR" dirty="0"/>
              <a:t>Difficultés rencontrées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142419-C528-68CD-0FB4-9F6F47BAC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46662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Heltec</a:t>
            </a:r>
            <a:r>
              <a:rPr lang="fr-FR" dirty="0"/>
              <a:t> V3 : </a:t>
            </a:r>
          </a:p>
          <a:p>
            <a:pPr lvl="1"/>
            <a:r>
              <a:rPr lang="fr-FR" dirty="0"/>
              <a:t>Package manquant : </a:t>
            </a:r>
            <a:r>
              <a:rPr lang="fr-FR" sz="1500" dirty="0"/>
              <a:t>https://resource.heltec.cn/download/package_heltec_esp32_index.json</a:t>
            </a:r>
          </a:p>
          <a:p>
            <a:pPr lvl="1"/>
            <a:r>
              <a:rPr lang="fr-FR" dirty="0"/>
              <a:t>Driver </a:t>
            </a:r>
            <a:r>
              <a:rPr lang="fr-FR" dirty="0" err="1"/>
              <a:t>windows</a:t>
            </a:r>
            <a:r>
              <a:rPr lang="fr-FR" dirty="0"/>
              <a:t> manquant pour la détection de la carte : </a:t>
            </a:r>
            <a:r>
              <a:rPr lang="fr-FR" sz="1500" dirty="0"/>
              <a:t>Silicon </a:t>
            </a:r>
            <a:r>
              <a:rPr lang="fr-FR" sz="1500" dirty="0" err="1"/>
              <a:t>Labs</a:t>
            </a:r>
            <a:r>
              <a:rPr lang="fr-FR" sz="1500" dirty="0"/>
              <a:t> CP210X</a:t>
            </a:r>
          </a:p>
          <a:p>
            <a:pPr lvl="1"/>
            <a:r>
              <a:rPr lang="fr-FR" dirty="0" err="1"/>
              <a:t>Heltec</a:t>
            </a:r>
            <a:r>
              <a:rPr lang="fr-FR" dirty="0"/>
              <a:t> V2 non détectables même avec les drivers</a:t>
            </a:r>
          </a:p>
          <a:p>
            <a:pPr lvl="1"/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D5C41E67-007D-98A2-5065-6C297AE54011}"/>
              </a:ext>
            </a:extLst>
          </p:cNvPr>
          <p:cNvSpPr txBox="1">
            <a:spLocks/>
          </p:cNvSpPr>
          <p:nvPr/>
        </p:nvSpPr>
        <p:spPr>
          <a:xfrm>
            <a:off x="838200" y="3509513"/>
            <a:ext cx="10515600" cy="1446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M5Core2 :</a:t>
            </a:r>
          </a:p>
          <a:p>
            <a:pPr lvl="1"/>
            <a:r>
              <a:rPr lang="fr-FR" dirty="0"/>
              <a:t>Problème d’</a:t>
            </a:r>
            <a:r>
              <a:rPr lang="fr-FR" dirty="0" err="1"/>
              <a:t>incompatiblité</a:t>
            </a:r>
            <a:r>
              <a:rPr lang="fr-FR" dirty="0"/>
              <a:t> LoRa avec M5Core2 (câblage)</a:t>
            </a:r>
          </a:p>
          <a:p>
            <a:pPr marL="914400" lvl="2" indent="0">
              <a:buNone/>
            </a:pPr>
            <a:r>
              <a:rPr lang="fr-FR" dirty="0">
                <a:sym typeface="Wingdings" panose="05000000000000000000" pitchFamily="2" charset="2"/>
              </a:rPr>
              <a:t> Nécessité de passé au M5Core </a:t>
            </a:r>
            <a:endParaRPr lang="fr-FR" dirty="0"/>
          </a:p>
          <a:p>
            <a:pPr lvl="1"/>
            <a:endParaRPr lang="fr-FR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415F42A-3803-C327-780B-ED6636A9B54C}"/>
              </a:ext>
            </a:extLst>
          </p:cNvPr>
          <p:cNvSpPr txBox="1">
            <a:spLocks/>
          </p:cNvSpPr>
          <p:nvPr/>
        </p:nvSpPr>
        <p:spPr>
          <a:xfrm>
            <a:off x="838200" y="4956175"/>
            <a:ext cx="10515600" cy="14466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SenseCAP</a:t>
            </a:r>
            <a:r>
              <a:rPr lang="fr-FR" dirty="0"/>
              <a:t> Indicator ESP32 4-inch :</a:t>
            </a:r>
          </a:p>
          <a:p>
            <a:pPr lvl="1"/>
            <a:r>
              <a:rPr lang="fr-FR" dirty="0"/>
              <a:t>Problème de </a:t>
            </a:r>
            <a:r>
              <a:rPr lang="fr-FR" dirty="0" err="1"/>
              <a:t>retro-éclairage</a:t>
            </a:r>
            <a:endParaRPr lang="fr-FR" dirty="0"/>
          </a:p>
          <a:p>
            <a:pPr lvl="2"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Exécution du </a:t>
            </a:r>
            <a:r>
              <a:rPr lang="fr-FR" dirty="0" err="1">
                <a:sym typeface="Wingdings" panose="05000000000000000000" pitchFamily="2" charset="2"/>
              </a:rPr>
              <a:t>Get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started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SeedStudio</a:t>
            </a:r>
            <a:r>
              <a:rPr lang="fr-FR" dirty="0">
                <a:sym typeface="Wingdings" panose="05000000000000000000" pitchFamily="2" charset="2"/>
              </a:rPr>
              <a:t> défaillant à l’appareil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Nécessité de trouver un </a:t>
            </a:r>
            <a:r>
              <a:rPr lang="fr-FR" dirty="0" err="1">
                <a:sym typeface="Wingdings" panose="05000000000000000000" pitchFamily="2" charset="2"/>
              </a:rPr>
              <a:t>firmware</a:t>
            </a:r>
            <a:r>
              <a:rPr lang="fr-FR" dirty="0">
                <a:sym typeface="Wingdings" panose="05000000000000000000" pitchFamily="2" charset="2"/>
              </a:rPr>
              <a:t> pour reflasher</a:t>
            </a:r>
            <a:endParaRPr lang="fr-FR" dirty="0"/>
          </a:p>
          <a:p>
            <a:pPr lvl="1"/>
            <a:endParaRPr lang="fr-FR" dirty="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13AE8339-678E-6478-C513-896DCECCE380}"/>
              </a:ext>
            </a:extLst>
          </p:cNvPr>
          <p:cNvSpPr txBox="1">
            <a:spLocks/>
          </p:cNvSpPr>
          <p:nvPr/>
        </p:nvSpPr>
        <p:spPr>
          <a:xfrm>
            <a:off x="838200" y="1102294"/>
            <a:ext cx="10515600" cy="1446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Les Librairies et leur version !</a:t>
            </a:r>
          </a:p>
        </p:txBody>
      </p:sp>
    </p:spTree>
    <p:extLst>
      <p:ext uri="{BB962C8B-B14F-4D97-AF65-F5344CB8AC3E}">
        <p14:creationId xmlns:p14="http://schemas.microsoft.com/office/powerpoint/2010/main" val="38874781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107</Words>
  <Application>Microsoft Office PowerPoint</Application>
  <PresentationFormat>Grand écran</PresentationFormat>
  <Paragraphs>19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Thème Office</vt:lpstr>
      <vt:lpstr>Présentation PowerPoint</vt:lpstr>
      <vt:lpstr>Présentation PowerPoint</vt:lpstr>
      <vt:lpstr>MKR IoT Carrier Rev2</vt:lpstr>
      <vt:lpstr>MKR IoT Carrier Rev2</vt:lpstr>
      <vt:lpstr>Difficultés rencontrées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Théo Ben Sadoun</dc:creator>
  <cp:lastModifiedBy>Théo Ben Sadoun</cp:lastModifiedBy>
  <cp:revision>4</cp:revision>
  <dcterms:created xsi:type="dcterms:W3CDTF">2026-01-06T08:33:42Z</dcterms:created>
  <dcterms:modified xsi:type="dcterms:W3CDTF">2026-01-06T10:27:30Z</dcterms:modified>
</cp:coreProperties>
</file>